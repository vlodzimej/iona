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a3b85d235a40db" /><Relationship Type="http://schemas.openxmlformats.org/officeDocument/2006/relationships/extended-properties" Target="/docProps/app.xml" Id="Ra9b164b618d6417f" /><Relationship Type="http://schemas.openxmlformats.org/officeDocument/2006/relationships/officeDocument" Target="/ppt/presentation.xml" Id="R72d747d329b949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19be23eb7b43f9"/>
  </p:sldMasterIdLst>
  <p:notesMasterIdLst>
    <p:notesMasterId xmlns:r="http://schemas.openxmlformats.org/officeDocument/2006/relationships" r:id="Re528525d70b74199"/>
  </p:notesMasterIdLst>
  <p:sldIdLst>
    <p:sldId xmlns:r="http://schemas.openxmlformats.org/officeDocument/2006/relationships" id="256" r:id="R0c9159ab98d44216"/>
    <p:sldId xmlns:r="http://schemas.openxmlformats.org/officeDocument/2006/relationships" id="257" r:id="R09aeb56856d948b1"/>
    <p:sldId xmlns:r="http://schemas.openxmlformats.org/officeDocument/2006/relationships" id="258" r:id="R8c6ec6f0531940c0"/>
    <p:sldId xmlns:r="http://schemas.openxmlformats.org/officeDocument/2006/relationships" id="259" r:id="Rba7d5e70fea24dae"/>
    <p:sldId xmlns:r="http://schemas.openxmlformats.org/officeDocument/2006/relationships" id="260" r:id="R828fa93fc7e14830"/>
    <p:sldId xmlns:r="http://schemas.openxmlformats.org/officeDocument/2006/relationships" id="261" r:id="R1864f5f6501041ab"/>
    <p:sldId xmlns:r="http://schemas.openxmlformats.org/officeDocument/2006/relationships" id="262" r:id="R296c607204d54dcc"/>
    <p:sldId xmlns:r="http://schemas.openxmlformats.org/officeDocument/2006/relationships" id="263" r:id="R5d530053b10b4746"/>
    <p:sldId xmlns:r="http://schemas.openxmlformats.org/officeDocument/2006/relationships" id="264" r:id="R30134c09e9ab431b"/>
    <p:sldId xmlns:r="http://schemas.openxmlformats.org/officeDocument/2006/relationships" id="265" r:id="R3ceeb0d9fa3c4bb5"/>
    <p:sldId xmlns:r="http://schemas.openxmlformats.org/officeDocument/2006/relationships" id="266" r:id="R3465c8a160dd4ae3"/>
    <p:sldId xmlns:r="http://schemas.openxmlformats.org/officeDocument/2006/relationships" id="267" r:id="R8d44051821354156"/>
    <p:sldId xmlns:r="http://schemas.openxmlformats.org/officeDocument/2006/relationships" id="268" r:id="Ra0f3076433dc4cab"/>
    <p:sldId xmlns:r="http://schemas.openxmlformats.org/officeDocument/2006/relationships" id="269" r:id="Rc2bce0b4036c498b"/>
    <p:sldId xmlns:r="http://schemas.openxmlformats.org/officeDocument/2006/relationships" id="270" r:id="R12932e3fd2a146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3cf35600514f32" /><Relationship Type="http://schemas.openxmlformats.org/officeDocument/2006/relationships/slideMaster" Target="/ppt/slideMasters/slideMaster1.xml" Id="R4419be23eb7b43f9" /><Relationship Type="http://schemas.openxmlformats.org/officeDocument/2006/relationships/notesMaster" Target="/ppt/notesMasters/notesMaster1.xml" Id="Re528525d70b74199" /><Relationship Type="http://schemas.openxmlformats.org/officeDocument/2006/relationships/presProps" Target="/ppt/presProps.xml" Id="R999237f19b694c11" /><Relationship Type="http://schemas.openxmlformats.org/officeDocument/2006/relationships/tableStyles" Target="/ppt/tableStyles.xml" Id="R55e3ba253ed94439" /><Relationship Type="http://schemas.openxmlformats.org/officeDocument/2006/relationships/slide" Target="/ppt/slides/slide1.xml" Id="R0c9159ab98d44216" /><Relationship Type="http://schemas.openxmlformats.org/officeDocument/2006/relationships/slide" Target="/ppt/slides/slide2.xml" Id="R09aeb56856d948b1" /><Relationship Type="http://schemas.openxmlformats.org/officeDocument/2006/relationships/slide" Target="/ppt/slides/slide3.xml" Id="R8c6ec6f0531940c0" /><Relationship Type="http://schemas.openxmlformats.org/officeDocument/2006/relationships/slide" Target="/ppt/slides/slide4.xml" Id="Rba7d5e70fea24dae" /><Relationship Type="http://schemas.openxmlformats.org/officeDocument/2006/relationships/slide" Target="/ppt/slides/slide5.xml" Id="R828fa93fc7e14830" /><Relationship Type="http://schemas.openxmlformats.org/officeDocument/2006/relationships/slide" Target="/ppt/slides/slide6.xml" Id="R1864f5f6501041ab" /><Relationship Type="http://schemas.openxmlformats.org/officeDocument/2006/relationships/slide" Target="/ppt/slides/slide7.xml" Id="R296c607204d54dcc" /><Relationship Type="http://schemas.openxmlformats.org/officeDocument/2006/relationships/slide" Target="/ppt/slides/slide8.xml" Id="R5d530053b10b4746" /><Relationship Type="http://schemas.openxmlformats.org/officeDocument/2006/relationships/slide" Target="/ppt/slides/slide9.xml" Id="R30134c09e9ab431b" /><Relationship Type="http://schemas.openxmlformats.org/officeDocument/2006/relationships/slide" Target="/ppt/slides/slide10.xml" Id="R3ceeb0d9fa3c4bb5" /><Relationship Type="http://schemas.openxmlformats.org/officeDocument/2006/relationships/slide" Target="/ppt/slides/slide11.xml" Id="R3465c8a160dd4ae3" /><Relationship Type="http://schemas.openxmlformats.org/officeDocument/2006/relationships/slide" Target="/ppt/slides/slide12.xml" Id="R8d44051821354156" /><Relationship Type="http://schemas.openxmlformats.org/officeDocument/2006/relationships/slide" Target="/ppt/slides/slide13.xml" Id="Ra0f3076433dc4cab" /><Relationship Type="http://schemas.openxmlformats.org/officeDocument/2006/relationships/slide" Target="/ppt/slides/slide14.xml" Id="Rc2bce0b4036c498b" /><Relationship Type="http://schemas.openxmlformats.org/officeDocument/2006/relationships/slide" Target="/ppt/slides/slide15.xml" Id="R12932e3fd2a146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fc54600fa441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3fbde994554528" /><Relationship Type="http://schemas.openxmlformats.org/officeDocument/2006/relationships/notesMaster" Target="/ppt/notesMasters/notesMaster1.xml" Id="R8dfc0739ad2e40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39a08750cc43ef" /><Relationship Type="http://schemas.openxmlformats.org/officeDocument/2006/relationships/notesMaster" Target="/ppt/notesMasters/notesMaster1.xml" Id="R5757049a47734d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e5795064a6432e" /><Relationship Type="http://schemas.openxmlformats.org/officeDocument/2006/relationships/notesMaster" Target="/ppt/notesMasters/notesMaster1.xml" Id="R820121c97b2e4e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4c492eb1284229" /><Relationship Type="http://schemas.openxmlformats.org/officeDocument/2006/relationships/notesMaster" Target="/ppt/notesMasters/notesMaster1.xml" Id="Rbd9badb8eb814d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deb79977f44c7d" /><Relationship Type="http://schemas.openxmlformats.org/officeDocument/2006/relationships/notesMaster" Target="/ppt/notesMasters/notesMaster1.xml" Id="Redec4047f03c4c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6816cd3e6846bc" /><Relationship Type="http://schemas.openxmlformats.org/officeDocument/2006/relationships/notesMaster" Target="/ppt/notesMasters/notesMaster1.xml" Id="R1afdcfcf311043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e0cbfbae0a4db2" /><Relationship Type="http://schemas.openxmlformats.org/officeDocument/2006/relationships/notesMaster" Target="/ppt/notesMasters/notesMaster1.xml" Id="Rd545fabe2f6248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bbcd5157fb4b61" /><Relationship Type="http://schemas.openxmlformats.org/officeDocument/2006/relationships/notesMaster" Target="/ppt/notesMasters/notesMaster1.xml" Id="Rd00551174df54b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05eead771f4b6e" /><Relationship Type="http://schemas.openxmlformats.org/officeDocument/2006/relationships/notesMaster" Target="/ppt/notesMasters/notesMaster1.xml" Id="R86b718a647314b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e1538a7449425a" /><Relationship Type="http://schemas.openxmlformats.org/officeDocument/2006/relationships/notesMaster" Target="/ppt/notesMasters/notesMaster1.xml" Id="R1936e7fb663942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4640c50c9a4306" /><Relationship Type="http://schemas.openxmlformats.org/officeDocument/2006/relationships/notesMaster" Target="/ppt/notesMasters/notesMaster1.xml" Id="Rc37eed6711e047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7bdee1ecd94d34" /><Relationship Type="http://schemas.openxmlformats.org/officeDocument/2006/relationships/notesMaster" Target="/ppt/notesMasters/notesMaster1.xml" Id="R62cbcf9814af4e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a18217aab34549" /><Relationship Type="http://schemas.openxmlformats.org/officeDocument/2006/relationships/notesMaster" Target="/ppt/notesMasters/notesMaster1.xml" Id="R2378176433444b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a935c3ea05d492c" /><Relationship Type="http://schemas.openxmlformats.org/officeDocument/2006/relationships/notesMaster" Target="/ppt/notesMasters/notesMaster1.xml" Id="R84bea2a800e54ec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16db24c8634418" /><Relationship Type="http://schemas.openxmlformats.org/officeDocument/2006/relationships/notesMaster" Target="/ppt/notesMasters/notesMaster1.xml" Id="R04a0a8787f2e40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Пользовательский вводный блок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ai/ROADMAP.md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Пользовательский вводный блок</a:t>
            </a:r>
          </a:p>
          <a:p xmlns:a="http://schemas.openxmlformats.org/drawingml/2006/main">
            <a:r>
              <a:t>- ai/ROADMAP.md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Пользовательский вводный блок</a:t>
            </a:r>
          </a:p>
          <a:p xmlns:a="http://schemas.openxmlformats.org/drawingml/2006/main">
            <a:r>
              <a:t>- docs/deployment-and-hardening.md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Пользовательский вводный блок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docs/agent/README.md</a:t>
            </a:r>
          </a:p>
          <a:p xmlns:a="http://schemas.openxmlformats.org/drawingml/2006/main">
            <a:r>
              <a:t>- docs/harness/README.md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ai/agent.json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scripts/agent/lib/runtime.mjs</a:t>
            </a:r>
          </a:p>
          <a:p xmlns:a="http://schemas.openxmlformats.org/drawingml/2006/main">
            <a:r>
              <a:t>- scripts/agent/lib/tools.mjs</a:t>
            </a:r>
          </a:p>
          <a:p xmlns:a="http://schemas.openxmlformats.org/drawingml/2006/main">
            <a:r>
              <a:t>- ai/agent.json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docs/agent/isolation-state-validation.md</a:t>
            </a:r>
          </a:p>
          <a:p xmlns:a="http://schemas.openxmlformats.org/drawingml/2006/main">
            <a:r>
              <a:t>- scripts/agent/lib/worktree.mjs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docs/agent/isolation-state-validation.md</a:t>
            </a:r>
          </a:p>
          <a:p xmlns:a="http://schemas.openxmlformats.org/drawingml/2006/main">
            <a:r>
              <a:t>- scripts/agent/lib/state.mjs</a:t>
            </a:r>
          </a:p>
          <a:p xmlns:a="http://schemas.openxmlformats.org/drawingml/2006/main">
            <a:r>
              <a:t>- scripts/agent/lib/approval.mjs</a:t>
            </a:r>
          </a:p>
          <a:p xmlns:a="http://schemas.openxmlformats.org/drawingml/2006/main">
            <a:r>
              <a:t>- scripts/agent/lib/runtime.mjs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docs/agent/isolation-state-validation.md</a:t>
            </a:r>
          </a:p>
          <a:p xmlns:a="http://schemas.openxmlformats.org/drawingml/2006/main">
            <a:r>
              <a:t>- ai/agent.json</a:t>
            </a:r>
          </a:p>
          <a:p xmlns:a="http://schemas.openxmlformats.org/drawingml/2006/main">
            <a:r>
              <a:t>- docker/agent-runner.mjs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docs/agent/isolation-state-validation.md</a:t>
            </a:r>
          </a:p>
          <a:p xmlns:a="http://schemas.openxmlformats.org/drawingml/2006/main">
            <a:r>
              <a:t>- scripts/agent/tests/*.test.mjs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docs/agent/isolation-state-validation.md</a:t>
            </a:r>
          </a:p>
          <a:p xmlns:a="http://schemas.openxmlformats.org/drawingml/2006/main">
            <a:r>
              <a:t>- scripts/agent/tests/api.test.mjs</a:t>
            </a:r>
          </a:p>
          <a:p xmlns:a="http://schemas.openxmlformats.org/drawingml/2006/main">
            <a:r>
              <a:t>- scripts/agent/tests/approval.test.mjs</a:t>
            </a:r>
          </a:p>
          <a:p xmlns:a="http://schemas.openxmlformats.org/drawingml/2006/main">
            <a:r>
              <a:t>- scripts/agent/tests/executor.test.mjs</a:t>
            </a:r>
          </a:p>
          <a:p xmlns:a="http://schemas.openxmlformats.org/drawingml/2006/main">
            <a:r>
              <a:t>- scripts/agent/tests/policy.test.mjs</a:t>
            </a:r>
          </a:p>
          <a:p xmlns:a="http://schemas.openxmlformats.org/drawingml/2006/main">
            <a:r>
              <a:t>- scripts/agent/tests/protocol.test.mjs</a:t>
            </a:r>
          </a:p>
          <a:p xmlns:a="http://schemas.openxmlformats.org/drawingml/2006/main">
            <a:r>
              <a:t>- scripts/agent/tests/runtime.test.mjs</a:t>
            </a:r>
          </a:p>
          <a:p xmlns:a="http://schemas.openxmlformats.org/drawingml/2006/main">
            <a:r>
              <a:t>- scripts/agent/tests/tools.test.mjs</a:t>
            </a:r>
          </a:p>
          <a:p xmlns:a="http://schemas.openxmlformats.org/drawingml/2006/main">
            <a:r>
              <a:t>- scripts/agent/tests/worktree.test.mjs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docs/agent/executors-approvals-api.md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ai/ROADMAP.md</a:t>
            </a:r>
          </a:p>
          <a:p xmlns:a="http://schemas.openxmlformats.org/drawingml/2006/main">
            <a:r>
              <a:t>- docs/deployment-and-hardening.md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ai/ROADMAP.md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4b3e99311640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a8a47c8d3a4c12" /><Relationship Type="http://schemas.openxmlformats.org/officeDocument/2006/relationships/slideLayout" Target="/ppt/slideLayouts/slideLayout1.xml" Id="R81ba65674f684d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ba65674f684d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1719fa0fc4f9f" /><Relationship Type="http://schemas.openxmlformats.org/officeDocument/2006/relationships/notesSlide" Target="/ppt/notesSlides/notesSlide1.xml" Id="R7805103921824b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97cc2f2d7442f" /><Relationship Type="http://schemas.openxmlformats.org/officeDocument/2006/relationships/notesSlide" Target="/ppt/notesSlides/notesSlide2.xml" Id="R503c5fba7d5440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94a51c5d947ca" /><Relationship Type="http://schemas.openxmlformats.org/officeDocument/2006/relationships/notesSlide" Target="/ppt/notesSlides/notesSlide3.xml" Id="Ra6e2fcd1ff6445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4d69be22f443f" /><Relationship Type="http://schemas.openxmlformats.org/officeDocument/2006/relationships/notesSlide" Target="/ppt/notesSlides/notesSlide4.xml" Id="R39aaf6c549d34e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6e899362344d4" /><Relationship Type="http://schemas.openxmlformats.org/officeDocument/2006/relationships/notesSlide" Target="/ppt/notesSlides/notesSlide5.xml" Id="R43e87000009743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af8e4058841ff" /><Relationship Type="http://schemas.openxmlformats.org/officeDocument/2006/relationships/notesSlide" Target="/ppt/notesSlides/notesSlide6.xml" Id="R93a96b2e86c940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b1442628d484a" /><Relationship Type="http://schemas.openxmlformats.org/officeDocument/2006/relationships/notesSlide" Target="/ppt/notesSlides/notesSlide7.xml" Id="R13d8918770004a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46f0556e0415a" /><Relationship Type="http://schemas.openxmlformats.org/officeDocument/2006/relationships/notesSlide" Target="/ppt/notesSlides/notesSlide8.xml" Id="Ref5afa9586904e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44f879a3e457a" /><Relationship Type="http://schemas.openxmlformats.org/officeDocument/2006/relationships/notesSlide" Target="/ppt/notesSlides/notesSlide9.xml" Id="Rc5d66bef130f44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efb06a3834edd" /><Relationship Type="http://schemas.openxmlformats.org/officeDocument/2006/relationships/notesSlide" Target="/ppt/notesSlides/notesSlide10.xml" Id="R35b3fcb1e39e48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46bdb12b94b32" /><Relationship Type="http://schemas.openxmlformats.org/officeDocument/2006/relationships/notesSlide" Target="/ppt/notesSlides/notesSlide11.xml" Id="Rc5094c3279f744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84de337904022" /><Relationship Type="http://schemas.openxmlformats.org/officeDocument/2006/relationships/notesSlide" Target="/ppt/notesSlides/notesSlide12.xml" Id="R437025bc022545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a907e4d944647" /><Relationship Type="http://schemas.openxmlformats.org/officeDocument/2006/relationships/notesSlide" Target="/ppt/notesSlides/notesSlide13.xml" Id="R099062f7070c48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ae436cca543d6" /><Relationship Type="http://schemas.openxmlformats.org/officeDocument/2006/relationships/notesSlide" Target="/ppt/notesSlides/notesSlide14.xml" Id="Rec60960b5d6e40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5692c2b8049cd" /><Relationship Type="http://schemas.openxmlformats.org/officeDocument/2006/relationships/notesSlide" Target="/ppt/notesSlides/notesSlide15.xml" Id="R6c03eeba99194d6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79250FAC-4930-478F-99D2-BB58B987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/>
              <a:t>Агентная среда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/>
              <a:t>для локальной модели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F4F0EC13-38D8-4EAF-8549-F2606972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/>
              <a:t>Контролируемая разработка гибридных приложений</a:t>
            </a:r>
          </a:p>
          <a:p xmlns:a="http://schemas.openxmlformats.org/drawingml/2006/main">
            <a:pPr algn="l"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/>
              <a:t>без передачи кода внешним облачным моделям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CB840B54-5B0D-4743-A37F-D1E8A5E5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/>
              <a:t>ANGULAR • IONIC • CAPACITOR • ЛОКАЛЬНАЯ МОДЕЛЬ</a:t>
            </a:r>
          </a:p>
        </p:txBody>
      </p:sp>
    </p:spTree>
    <p:extLst>
      <p:ext uri="{BB962C8B-B14F-4D97-AF65-F5344CB8AC3E}">
        <p14:creationId xmlns:p14="http://schemas.microsoft.com/office/powerpoint/2010/main" val="60933851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78CCA89A-9749-4537-A2D3-71779C33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CEB958C5-5A2C-4FB2-843F-8BFF8A39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Зачем проекту локальная агентная среда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AA788A8-0630-4E6E-A14B-D48486A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Сохранить конфиденциальность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 и внутренние данные остаются в контролируемом контуре.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C484B9C0-4372-416B-A67C-FD96C298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Ограничить знания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получает только сведения об используемом технологическом стеке.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BA0909F4-36AF-401F-936E-0FF30DCB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Управлять действиями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Открытые решения связывают модель с разрешёнными инструментами и проверками.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6D507F18-EE5D-418A-9304-A0237728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Результат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ускоряет разработку, но не получает неограниченный доступ к системе.</a:t>
            </a:r>
          </a:p>
        </p:txBody>
      </p:sp>
    </p:spTree>
    <p:extLst>
      <p:ext uri="{BB962C8B-B14F-4D97-AF65-F5344CB8AC3E}">
        <p14:creationId xmlns:p14="http://schemas.microsoft.com/office/powerpoint/2010/main" val="208802831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C3AEB38-DAD8-4B70-88E0-A68D1A41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C30C49F-3AB4-465A-A1EC-0565E482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Три шага к рабочей среде</a:t>
            </a:r>
          </a:p>
        </p:txBody>
      </p:sp>
      <p:cxnSp>
        <p:nvCxnSpPr>
          <p:cNvPr id="27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AED259D-1042-46E2-8C0F-168F2DC2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4708D4FA-4719-4BAE-A10A-A45196D2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535A8DA-698A-43F2-B859-FAFBAAC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E44D165-8C2D-477D-92B3-77E55B68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08A08B64-0A38-4C0C-9F61-C5663453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3A2EEB8-330D-4383-BE38-95ECFD6A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DEE1C45A-C26E-4F09-BD7F-2748BE69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Защитить соединение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Локальная сеть, шифрование и проверка личности ограничивают доступ к серверу.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95DF5B5-0CED-4599-B6EA-A2D625B6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Развернуть модель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LM Studio или Ollama запускает выбранную генеративную модель на выделенной системе.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FA86D34-E862-4701-9870-AC2688E1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Подключить разработчика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OpenCode, Docker и VS Code образуют управляемое рабочее место.</a:t>
            </a:r>
          </a:p>
        </p:txBody>
      </p:sp>
    </p:spTree>
    <p:extLst>
      <p:ext uri="{BB962C8B-B14F-4D97-AF65-F5344CB8AC3E}">
        <p14:creationId xmlns:p14="http://schemas.microsoft.com/office/powerpoint/2010/main" val="18538642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035C4CC2-96AD-4FAF-9E46-91257A0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09B54262-1044-4EE1-B43F-DB837D6D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Каждая программа решает отдельную задачу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ADE2B01A-7CD4-4198-95AE-A481B876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LM Studio или Ollama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Запускает локальную модель и предоставляет совместимую точку доступа.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720AA971-019A-4068-9E2E-B0E281E1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Ведёт диалог с моделью и передаёт ей только разрешённые действия.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715BE56-6858-402D-814E-97AE2705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Docker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Изолирует применение изменений и проверки без доступа к сети.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75BE5C7-9459-4A36-BE62-471B47A6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VS Code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Остаётся основной средой разработки, ревью и принятия результата человеком.</a:t>
            </a:r>
          </a:p>
        </p:txBody>
      </p:sp>
    </p:spTree>
    <p:extLst>
      <p:ext uri="{BB962C8B-B14F-4D97-AF65-F5344CB8AC3E}">
        <p14:creationId xmlns:p14="http://schemas.microsoft.com/office/powerpoint/2010/main" val="10844561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F6C2C1E-23F1-4635-BD2A-25295CC1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A012920-39EA-4F07-9FAF-BEF2C63D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становится агентом только внутри управляемой среды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11E58453-FE23-4106-9125-F0E3176C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latin typeface="Helvetica Neue"/>
                <a:ea typeface="Helvetica Neue"/>
                <a:cs typeface="Helvetica Neue"/>
              </a:rPr>
              <a:t>Большая языковая модель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Создаёт текст и код по переданному контексту.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Сама не видит файлы, не запускает проверки и может ошибаться.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D04BEFB6-9852-46CD-933D-328B038C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Агентная среда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Подбирает знания, формирует запрос, ограничивает инструменты, изолирует изменения и требует доказательства готовности.</a:t>
            </a:r>
          </a:p>
        </p:txBody>
      </p:sp>
    </p:spTree>
    <p:extLst>
      <p:ext uri="{BB962C8B-B14F-4D97-AF65-F5344CB8AC3E}">
        <p14:creationId xmlns:p14="http://schemas.microsoft.com/office/powerpoint/2010/main" val="3658148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78CCA89A-9749-4537-A2D3-71779C33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CEB958C5-5A2C-4FB2-843F-8BFF8A39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Четыре слоя разделяют знания, действия и доказательства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AA788A8-0630-4E6E-A14B-D48486A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Репозиторий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Angular 22, Ionic и Capacitor — код читается только по запросу.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C484B9C0-4372-416B-A67C-FD96C298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Знания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Два разрешённых набора навыков выбираются по содержанию задачи.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BA0909F4-36AF-401F-936E-0FF30DCB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Управление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Правила путей, лимиты, точечные одобрения и исполнитель Docker.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6D507F18-EE5D-418A-9304-A0237728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Доказательство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Обособленная копия Git, шесть проверок и хеш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208802831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1CB00765-49B4-4377-AAC5-72F067D9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8616A043-D7B8-4C20-93BD-E4A82D11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Цикл агента: исследовать → изменить → доказать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6852FA1-E273-43AC-969C-DE10AAE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7E6CB40-D0A0-4583-9205-16E46D32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48960AC-7CE4-4621-85AC-FA5F533F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2360C2A-E0B2-4684-A0C1-AE5F7ADB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33FABAD6-EB66-4355-B31D-C02A0977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Исследовать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Список файлов, поиск и ограниченное чтение разрешённой части репозитория.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4F88BF5F-3145-498E-910E-1D9DA4E0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E126EF1-244D-4049-8D36-96E0C3E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Изменить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Только единый набор изменений Git; правила проверяют путь, тип и размер.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D34D1433-FB44-4316-9C86-837A57E9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387723EE-BB39-46CA-9DF5-E058A103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Доказать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Шесть обязательных стадий; ошибка возвращает задачу на исправление.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7485B78E-0702-4F54-80BB-96737FD6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ДЕЙСТВИЕ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9A2D1CFE-B21F-4B1D-8F6A-CBB2B4CC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ВОСПРИЯТИЕ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D7C2CCB1-F086-4016-8DC9-305ABCF9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</a:p>
        </p:txBody>
      </p:sp>
    </p:spTree>
    <p:extLst>
      <p:ext uri="{BB962C8B-B14F-4D97-AF65-F5344CB8AC3E}">
        <p14:creationId xmlns:p14="http://schemas.microsoft.com/office/powerpoint/2010/main" val="1534313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C3AEB38-DAD8-4B70-88E0-A68D1A41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C30C49F-3AB4-465A-A1EC-0565E482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Git worktree отделяет изменения каждого запуска</a:t>
            </a:r>
          </a:p>
        </p:txBody>
      </p:sp>
      <p:cxnSp>
        <p:nvCxnSpPr>
          <p:cNvPr id="27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AED259D-1042-46E2-8C0F-168F2DC2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4708D4FA-4719-4BAE-A10A-A45196D2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535A8DA-698A-43F2-B859-FAFBAAC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E44D165-8C2D-477D-92B3-77E55B68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08A08B64-0A38-4C0C-9F61-C5663453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3A2EEB8-330D-4383-BE38-95ECFD6A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DEE1C45A-C26E-4F09-BD7F-2748BE69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Обособленная копия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Каталог .agent/worktrees/&lt;run-id&gt; создаётся от текущего коммита без привязки к ветке.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95DF5B5-0CED-4599-B6EA-A2D625B6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Зафиксированное состояние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Контроллер запрещает запуск, если в основной копии есть незакоммиченные файлы.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FA86D34-E862-4701-9870-AC2688E1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Проверка или применение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Патч остаётся для человека либо переносится явным флагом --apply.</a:t>
            </a:r>
          </a:p>
        </p:txBody>
      </p:sp>
    </p:spTree>
    <p:extLst>
      <p:ext uri="{BB962C8B-B14F-4D97-AF65-F5344CB8AC3E}">
        <p14:creationId xmlns:p14="http://schemas.microsoft.com/office/powerpoint/2010/main" val="185386420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F6C2C1E-23F1-4635-BD2A-25295CC1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A012920-39EA-4F07-9FAF-BEF2C63D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Состояние сохраняет задачу, одобрение ограничивает действие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11E58453-FE23-4106-9125-F0E3176C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latin typeface="Helvetica Neue"/>
                <a:ea typeface="Helvetica Neue"/>
                <a:cs typeface="Helvetica Neue"/>
              </a:rPr>
              <a:t>Сохраняемое состояние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state.json хранит историю, счётчики, следующую итерацию и ожидающий запрос.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После перезапуска CLI задача продолжается с того же шага.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D04BEFB6-9852-46CD-933D-328B038C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Точечное одобрение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Связано с запуском, операцией, SHA-256 патча и списком путей. Срок — один час.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latin typeface="Helvetica Neue"/>
                <a:ea typeface="Helvetica Neue"/>
                <a:cs typeface="Helvetica Neue"/>
              </a:rPr>
              <a:t>Отказ или истечение срока не выполняет защищённое действие.</a:t>
            </a:r>
          </a:p>
        </p:txBody>
      </p:sp>
    </p:spTree>
    <p:extLst>
      <p:ext uri="{BB962C8B-B14F-4D97-AF65-F5344CB8AC3E}">
        <p14:creationId xmlns:p14="http://schemas.microsoft.com/office/powerpoint/2010/main" val="3658148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1CB00765-49B4-4377-AAC5-72F067D9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8616A043-D7B8-4C20-93BD-E4A82D11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Полная проверка: шесть стадий перед завершением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6852FA1-E273-43AC-969C-DE10AAE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7E6CB40-D0A0-4583-9205-16E46D32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48960AC-7CE4-4621-85AC-FA5F533F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2360C2A-E0B2-4684-A0C1-AE5F7ADB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33FABAD6-EB66-4355-B31D-C02A0977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Формат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Prettier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Сборка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Производственная сборка Angular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4F88BF5F-3145-498E-910E-1D9DA4E0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E126EF1-244D-4049-8D36-96E0C3E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Unit-тесты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Логика приложения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Capacitor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Локальная конфигурация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D34D1433-FB44-4316-9C86-837A57E9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387723EE-BB39-46CA-9DF5-E058A103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Диагностика ИИ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Наборы знаний и маршрутизация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6. Тесты harness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Защитный контур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7485B78E-0702-4F54-80BB-96737FD6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ПРИЛОЖЕНИЕ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9A2D1CFE-B21F-4B1D-8F6A-CBB2B4CC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D7C2CCB1-F086-4016-8DC9-305ABCF9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HARNESS</a:t>
            </a:r>
          </a:p>
        </p:txBody>
      </p:sp>
    </p:spTree>
    <p:extLst>
      <p:ext uri="{BB962C8B-B14F-4D97-AF65-F5344CB8AC3E}">
        <p14:creationId xmlns:p14="http://schemas.microsoft.com/office/powerpoint/2010/main" val="15343137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1CB00765-49B4-4377-AAC5-72F067D9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8616A043-D7B8-4C20-93BD-E4A82D11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Набор из 18 тестов проверяет сам harness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6852FA1-E273-43AC-969C-DE10AAE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7E6CB40-D0A0-4583-9205-16E46D32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48960AC-7CE4-4621-85AC-FA5F533F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2360C2A-E0B2-4684-A0C1-AE5F7ADB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33FABAD6-EB66-4355-B31D-C02A0977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 тестов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■■■■■■■■■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Управление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правила • протокол • цикл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4F88BF5F-3145-498E-910E-1D9DA4E0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E126EF1-244D-4049-8D36-96E0C3E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 тестов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■■■■■■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Исполнение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инструменты • копия • Docker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D34D1433-FB44-4316-9C86-837A57E9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387723EE-BB39-46CA-9DF5-E058A103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 теста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■■■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Удалённая работа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интерфейс • одобрения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7485B78E-0702-4F54-80BB-96737FD6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ИСПОЛНЕНИЕ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9A2D1CFE-B21F-4B1D-8F6A-CBB2B4CC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УПРАВЛЕНИЕ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D7C2CCB1-F086-4016-8DC9-305ABCF9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УДАЛЁННЫЙ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1534313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78CCA89A-9749-4537-A2D3-71779C33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CEB958C5-5A2C-4FB2-843F-8BFF8A39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18 тестов harness: 8 подсистем; Docker выполняет 16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AA788A8-0630-4E6E-A14B-D48486A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1–4. Доступ и исполнение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 — 2 • одобрения — 1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Docker-исполнитель — 1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C484B9C0-4372-416B-A67C-FD96C298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5–10. Правила и протокол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правила — 3 • протокол — 3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BA0909F4-36AF-401F-936E-0FF30DCB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11–16. Цикл и инструменты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цикл — 3 • инструменты — 3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6D507F18-EE5D-418A-9304-A0237728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17–18. Git worktree</a:t>
            </a:r>
          </a:p>
          <a:p xmlns:a="http://schemas.openxmlformats.org/drawingml/2006/main">
            <a:pPr algn="l">
              <a:spcBef>
                <a:spcPts val="1300"/>
              </a:spcBef>
              <a:spcAft>
                <a:spcPts val="13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 теста</a:t>
            </a:r>
          </a:p>
        </p:txBody>
      </p:sp>
    </p:spTree>
    <p:extLst>
      <p:ext uri="{BB962C8B-B14F-4D97-AF65-F5344CB8AC3E}">
        <p14:creationId xmlns:p14="http://schemas.microsoft.com/office/powerpoint/2010/main" val="208802831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D8BFB1E-9E36-47EF-B42B-7F3D834A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B0EE9BC-ADF3-4CA0-8E04-CFC96A0E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Безопасность обеспечивают независимые технические границы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F887429D-CBA9-4A10-BF3E-5739D568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>
                <a:latin typeface="Helvetica Neue"/>
                <a:ea typeface="Helvetica Neue"/>
                <a:cs typeface="Helvetica Neue"/>
              </a:rPr>
              <a:t>Пять уровней защиты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F48F0F01-05B0-4E88-94BB-2E4C49E4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Разрешённые знания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40234342-1308-4CA4-A6B1-DE9E5C35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0306C6D3-10C9-4D64-B918-D39942FC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Docker работает без сети, с ограничением памяти, процессора и числа процессов.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Защищённые изменения требуют одобрения точного набора изменений; секреты закрыты всегда.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A4EB7D8A-D26F-4FB8-B47F-6B7EA401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Структурированные инструменты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3BB8A1C-7FEC-4C1C-8B29-F76BE192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B1411B29-16AE-46B0-B377-0AB97806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Правила путей и изменений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0B94BEC4-59B3-40EC-A2AB-A1B94F29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DA3E04A9-513F-4A8D-9705-A257D95F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Одноразовая рабочая копия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F1CE1A25-F9F8-435B-B846-248EA4AE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26B2E2D6-7BC1-40B6-9C94-B74C6A9B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Обязательные проверки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4E139476-F693-4D43-BF93-2B3E33E9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68291014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C3AEB38-DAD8-4B70-88E0-A68D1A41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C30C49F-3AB4-465A-A1EC-0565E482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Следующий рубеж — управляемый удалённый сервис</a:t>
            </a:r>
          </a:p>
        </p:txBody>
      </p:sp>
      <p:cxnSp>
        <p:nvCxnSpPr>
          <p:cNvPr id="27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AED259D-1042-46E2-8C0F-168F2DC2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4708D4FA-4719-4BAE-A10A-A45196D2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535A8DA-698A-43F2-B859-FAFBAAC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E44D165-8C2D-477D-92B3-77E55B68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СЕЙЧАС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08A08B64-0A38-4C0C-9F61-C5663453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СЛЕДОМ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3A2EEB8-330D-4383-BE38-95ECFD6A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latin typeface="Helvetica Neue"/>
                <a:ea typeface="Helvetica Neue"/>
                <a:cs typeface="Helvetica Neue"/>
              </a:rPr>
              <a:t>ЗАТЕМ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DEE1C45A-C26E-4F09-BD7F-2748BE69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Надёжная координация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SQLite, транзакционная блокировка, очередь, одноразовые решения и очистка.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95DF5B5-0CED-4599-B6EA-A2D625B6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Безопасная основа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Docker без сети, сохраняемое состояние, точечные одобрения и локальный интерфейс.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FA86D34-E862-4701-9870-AC2688E1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Удалённое использование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Шифрованный шлюз, подтверждённая личность, происхождение результата и наблюдаемость.</a:t>
            </a:r>
          </a:p>
        </p:txBody>
      </p:sp>
    </p:spTree>
    <p:extLst>
      <p:ext uri="{BB962C8B-B14F-4D97-AF65-F5344CB8AC3E}">
        <p14:creationId xmlns:p14="http://schemas.microsoft.com/office/powerpoint/2010/main" val="18538642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B4DF1AA-823A-4135-B61E-416307CF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/>
              <a:t>Код остаётся под контролем.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/>
              <a:t>Модель ускоряет работу.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9FA3493-2CDC-42D1-A6C1-2428BCB8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Знания — ограничены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Действия — разрешены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Результат — проверен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C393E7C7-E79A-4F14-B4D2-1659955D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/>
              <a:t>ЦЕЛЕВОЙ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297747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2026-08-11T05:28:06.9510000Z</dcterms:created>
  <dcterms:modified xsi:type="dcterms:W3CDTF">2026-08-11T05:28:06.9510000Z</dcterms:modified>
</coreProperties>
</file>