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59927be5c04179" /><Relationship Type="http://schemas.openxmlformats.org/officeDocument/2006/relationships/extended-properties" Target="/docProps/app.xml" Id="Rd5dce6db5d1a4b27" /><Relationship Type="http://schemas.openxmlformats.org/officeDocument/2006/relationships/officeDocument" Target="/ppt/presentation.xml" Id="R1c0abae76fdd47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d15440efa140b4"/>
  </p:sldMasterIdLst>
  <p:notesMasterIdLst>
    <p:notesMasterId xmlns:r="http://schemas.openxmlformats.org/officeDocument/2006/relationships" r:id="R12fd942116ca4ec7"/>
  </p:notesMasterIdLst>
  <p:sldIdLst>
    <p:sldId xmlns:r="http://schemas.openxmlformats.org/officeDocument/2006/relationships" id="256" r:id="R23724ee6eeef48db"/>
    <p:sldId xmlns:r="http://schemas.openxmlformats.org/officeDocument/2006/relationships" id="257" r:id="R3ce041ac67cd41ea"/>
    <p:sldId xmlns:r="http://schemas.openxmlformats.org/officeDocument/2006/relationships" id="258" r:id="Rdebb69326b2a4f0f"/>
    <p:sldId xmlns:r="http://schemas.openxmlformats.org/officeDocument/2006/relationships" id="259" r:id="R67ce6127c674435c"/>
    <p:sldId xmlns:r="http://schemas.openxmlformats.org/officeDocument/2006/relationships" id="260" r:id="R3916c3ead39640ac"/>
    <p:sldId xmlns:r="http://schemas.openxmlformats.org/officeDocument/2006/relationships" id="261" r:id="R37100f3337dd4b69"/>
    <p:sldId xmlns:r="http://schemas.openxmlformats.org/officeDocument/2006/relationships" id="262" r:id="R8d373e21f2a54a17"/>
    <p:sldId xmlns:r="http://schemas.openxmlformats.org/officeDocument/2006/relationships" id="263" r:id="R964866bc68a74c03"/>
    <p:sldId xmlns:r="http://schemas.openxmlformats.org/officeDocument/2006/relationships" id="264" r:id="R676c2bb8035844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d5f77780314d24" /><Relationship Type="http://schemas.openxmlformats.org/officeDocument/2006/relationships/slideMaster" Target="/ppt/slideMasters/slideMaster1.xml" Id="R8cd15440efa140b4" /><Relationship Type="http://schemas.openxmlformats.org/officeDocument/2006/relationships/notesMaster" Target="/ppt/notesMasters/notesMaster1.xml" Id="R12fd942116ca4ec7" /><Relationship Type="http://schemas.openxmlformats.org/officeDocument/2006/relationships/presProps" Target="/ppt/presProps.xml" Id="R906792ee049946da" /><Relationship Type="http://schemas.openxmlformats.org/officeDocument/2006/relationships/tableStyles" Target="/ppt/tableStyles.xml" Id="R977f23369fad4a37" /><Relationship Type="http://schemas.openxmlformats.org/officeDocument/2006/relationships/slide" Target="/ppt/slides/slide1.xml" Id="R23724ee6eeef48db" /><Relationship Type="http://schemas.openxmlformats.org/officeDocument/2006/relationships/slide" Target="/ppt/slides/slide2.xml" Id="R3ce041ac67cd41ea" /><Relationship Type="http://schemas.openxmlformats.org/officeDocument/2006/relationships/slide" Target="/ppt/slides/slide3.xml" Id="Rdebb69326b2a4f0f" /><Relationship Type="http://schemas.openxmlformats.org/officeDocument/2006/relationships/slide" Target="/ppt/slides/slide4.xml" Id="R67ce6127c674435c" /><Relationship Type="http://schemas.openxmlformats.org/officeDocument/2006/relationships/slide" Target="/ppt/slides/slide5.xml" Id="R3916c3ead39640ac" /><Relationship Type="http://schemas.openxmlformats.org/officeDocument/2006/relationships/slide" Target="/ppt/slides/slide6.xml" Id="R37100f3337dd4b69" /><Relationship Type="http://schemas.openxmlformats.org/officeDocument/2006/relationships/slide" Target="/ppt/slides/slide7.xml" Id="R8d373e21f2a54a17" /><Relationship Type="http://schemas.openxmlformats.org/officeDocument/2006/relationships/slide" Target="/ppt/slides/slide8.xml" Id="R964866bc68a74c03" /><Relationship Type="http://schemas.openxmlformats.org/officeDocument/2006/relationships/slide" Target="/ppt/slides/slide9.xml" Id="R676c2bb8035844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b8454f2ebb4f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9fe678bae14e87" /><Relationship Type="http://schemas.openxmlformats.org/officeDocument/2006/relationships/notesMaster" Target="/ppt/notesMasters/notesMaster1.xml" Id="R13cfc2e19c5142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a0c4cf053c4dee" /><Relationship Type="http://schemas.openxmlformats.org/officeDocument/2006/relationships/notesMaster" Target="/ppt/notesMasters/notesMaster1.xml" Id="R3eddf82a3c1a48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af073b8d6644e6" /><Relationship Type="http://schemas.openxmlformats.org/officeDocument/2006/relationships/notesMaster" Target="/ppt/notesMasters/notesMaster1.xml" Id="Rf418795b3a0148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04aeb3f9d84598" /><Relationship Type="http://schemas.openxmlformats.org/officeDocument/2006/relationships/notesMaster" Target="/ppt/notesMasters/notesMaster1.xml" Id="R7ed138c0caef47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bf42a1615d4792" /><Relationship Type="http://schemas.openxmlformats.org/officeDocument/2006/relationships/notesMaster" Target="/ppt/notesMasters/notesMaster1.xml" Id="Rdde3c198345c4a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fc83e7247f43ff" /><Relationship Type="http://schemas.openxmlformats.org/officeDocument/2006/relationships/notesMaster" Target="/ppt/notesMasters/notesMaster1.xml" Id="Rc87ab18384c34d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2fe39f69634396" /><Relationship Type="http://schemas.openxmlformats.org/officeDocument/2006/relationships/notesMaster" Target="/ppt/notesMasters/notesMaster1.xml" Id="R4e4831ede3dd4f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2aaed5824e40a4" /><Relationship Type="http://schemas.openxmlformats.org/officeDocument/2006/relationships/notesMaster" Target="/ppt/notesMasters/notesMaster1.xml" Id="Rb66c93ee367841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95c496ce2a442d" /><Relationship Type="http://schemas.openxmlformats.org/officeDocument/2006/relationships/notesMaster" Target="/ppt/notesMasters/notesMaster1.xml" Id="Rb71a2602010d43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README.md</a:t>
            </a:r>
          </a:p>
          <a:p xmlns:a="http://schemas.openxmlformats.org/drawingml/2006/main">
            <a:r>
              <a:t>- Repository docs/project-overview.md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docs/harness/README.md</a:t>
            </a:r>
          </a:p>
          <a:p xmlns:a="http://schemas.openxmlformats.org/drawingml/2006/main">
            <a:r>
              <a:t>- Repository docs/glossary.md#term-harness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docs/architecture.md</a:t>
            </a:r>
          </a:p>
          <a:p xmlns:a="http://schemas.openxmlformats.org/drawingml/2006/main">
            <a:r>
              <a:t>- Repository ai/harness.json</a:t>
            </a:r>
          </a:p>
          <a:p xmlns:a="http://schemas.openxmlformats.org/drawingml/2006/main">
            <a:r>
              <a:t>- Repository ai/agent.json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docs/harness/context-retrieval.md</a:t>
            </a:r>
          </a:p>
          <a:p xmlns:a="http://schemas.openxmlformats.org/drawingml/2006/main">
            <a:r>
              <a:t>- Repository docs/harness/model-protocol.md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scripts/local-ai/lib/context.mjs</a:t>
            </a:r>
          </a:p>
          <a:p xmlns:a="http://schemas.openxmlformats.org/drawingml/2006/main">
            <a:r>
              <a:t>- Repository docs/harness/context-retrieval.md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docs/agent/README.md</a:t>
            </a:r>
          </a:p>
          <a:p xmlns:a="http://schemas.openxmlformats.org/drawingml/2006/main">
            <a:r>
              <a:t>- Repository scripts/agent/lib/runtime.mjs</a:t>
            </a:r>
          </a:p>
          <a:p xmlns:a="http://schemas.openxmlformats.org/drawingml/2006/main">
            <a:r>
              <a:t>- Repository scripts/agent/lib/tools.mjs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docs/security.md</a:t>
            </a:r>
          </a:p>
          <a:p xmlns:a="http://schemas.openxmlformats.org/drawingml/2006/main">
            <a:r>
              <a:t>- Repository docs/agent/tools-and-policy.md</a:t>
            </a:r>
          </a:p>
          <a:p xmlns:a="http://schemas.openxmlformats.org/drawingml/2006/main">
            <a:r>
              <a:t>- Repository ai/agent.json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docs/build-your-own-harness.md</a:t>
            </a:r>
          </a:p>
          <a:p xmlns:a="http://schemas.openxmlformats.org/drawingml/2006/main">
            <a:r>
              <a:t>- Repository docs/deployment-and-hardening.md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docs/README.md</a:t>
            </a:r>
          </a:p>
          <a:p xmlns:a="http://schemas.openxmlformats.org/drawingml/2006/main">
            <a:r>
              <a:t>- Repository docs/project-overview.md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1d09d0e7d4d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109ebb2f8f43f2" /><Relationship Type="http://schemas.openxmlformats.org/officeDocument/2006/relationships/slideLayout" Target="/ppt/slideLayouts/slideLayout1.xml" Id="Rb5a007aaa14c4c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a007aaa14c4c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de8bef5374523" /><Relationship Type="http://schemas.openxmlformats.org/officeDocument/2006/relationships/notesSlide" Target="/ppt/notesSlides/notesSlide1.xml" Id="Rced48390340d41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25c1e009f41f2" /><Relationship Type="http://schemas.openxmlformats.org/officeDocument/2006/relationships/notesSlide" Target="/ppt/notesSlides/notesSlide2.xml" Id="Rb370d621194643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7a73883384196" /><Relationship Type="http://schemas.openxmlformats.org/officeDocument/2006/relationships/notesSlide" Target="/ppt/notesSlides/notesSlide3.xml" Id="Ra03640064d9448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7b17c685a40c6" /><Relationship Type="http://schemas.openxmlformats.org/officeDocument/2006/relationships/notesSlide" Target="/ppt/notesSlides/notesSlide4.xml" Id="Rcfe27e137c9e41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8218cae54459b" /><Relationship Type="http://schemas.openxmlformats.org/officeDocument/2006/relationships/notesSlide" Target="/ppt/notesSlides/notesSlide5.xml" Id="Ref363009a56e46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c90b1fcd44223" /><Relationship Type="http://schemas.openxmlformats.org/officeDocument/2006/relationships/notesSlide" Target="/ppt/notesSlides/notesSlide6.xml" Id="R0b940227d20d42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81bdb440046d1" /><Relationship Type="http://schemas.openxmlformats.org/officeDocument/2006/relationships/notesSlide" Target="/ppt/notesSlides/notesSlide7.xml" Id="Reaacf11bf8004d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3eaa3ff3c4a9e" /><Relationship Type="http://schemas.openxmlformats.org/officeDocument/2006/relationships/notesSlide" Target="/ppt/notesSlides/notesSlide8.xml" Id="R695bb2c70e2045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38a40ba7343e3" /><Relationship Type="http://schemas.openxmlformats.org/officeDocument/2006/relationships/notesSlide" Target="/ppt/notesSlides/notesSlide9.xml" Id="R8bff93ef973a42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79250FAC-4930-478F-99D2-BB58B987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/>
              <a:t>Ionic LLM
Boilerplate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4F0EC13-38D8-4EAF-8549-F2606972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000"/>
              </a:spcBef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/>
              <a:t>Harness и controlled coding agent:
от знаний модели до проверенного Git-патча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CB840B54-5B0D-4743-A37F-D1E8A5E5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/>
              <a:t>ANGULAR • IONIC • CAPACITOR • LOCAL LLM</a:t>
            </a:r>
          </a:p>
        </p:txBody>
      </p:sp>
    </p:spTree>
    <p:extLst>
      <p:ext uri="{BB962C8B-B14F-4D97-AF65-F5344CB8AC3E}">
        <p14:creationId xmlns:p14="http://schemas.microsoft.com/office/powerpoint/2010/main" val="6093385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F6C2C1E-23F1-4635-BD2A-25295CC1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A012920-39EA-4F07-9FAF-BEF2C63D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Модель — не агент. Harness соединяет способности с правилами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11E58453-FE23-4106-9125-F0E3176C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latin typeface="Helvetica Neue"/>
                <a:ea typeface="Helvetica Neue"/>
                <a:cs typeface="Helvetica Neue"/>
              </a:rPr>
              <a:t>LLM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latin typeface="Helvetica Neue"/>
                <a:ea typeface="Helvetica Neue"/>
                <a:cs typeface="Helvetica Neue"/>
              </a:rPr>
              <a:t>Генерирует текст и код по входному контексту.
Не видит файлы сама, не запускает проверки и может ошибаться.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D04BEFB6-9852-46CD-933D-328B038C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Harness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latin typeface="Helvetica Neue"/>
                <a:ea typeface="Helvetica Neue"/>
                <a:cs typeface="Helvetica Neue"/>
              </a:rPr>
              <a:t>Подбирает skills, собирает prompt, ограничивает tools, изолирует изменения и требует evidence.</a:t>
            </a:r>
          </a:p>
        </p:txBody>
      </p:sp>
    </p:spTree>
    <p:extLst>
      <p:ext uri="{BB962C8B-B14F-4D97-AF65-F5344CB8AC3E}">
        <p14:creationId xmlns:p14="http://schemas.microsoft.com/office/powerpoint/2010/main" val="3658148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78CCA89A-9749-4537-A2D3-71779C33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CEB958C5-5A2C-4FB2-843F-8BFF8A39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Четыре слоя системы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CAA788A8-0630-4E6E-A14B-D48486AA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Проект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Blank Angular 22 + Ionic 8 + Capacitor 8 — без продуктовой логики.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484B9C0-4372-416B-A67C-FD96C298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Знания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Живые skills для Angular и Capacitor, выбранные по задаче.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A0909F4-36AF-401F-936E-0FF30DCB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Контроллер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Структурированные tools, policy, budgets и bounded loop.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D507F18-EE5D-418A-9304-A0237728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4. Доказательство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Git worktree, full checks, patch hash и human review.</a:t>
            </a:r>
          </a:p>
        </p:txBody>
      </p:sp>
    </p:spTree>
    <p:extLst>
      <p:ext uri="{BB962C8B-B14F-4D97-AF65-F5344CB8AC3E}">
        <p14:creationId xmlns:p14="http://schemas.microsoft.com/office/powerpoint/2010/main" val="20880283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C3AEB38-DAD8-4B70-88E0-A68D1A41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C30C49F-3AB4-465A-A1EC-0565E482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Read-only запрос: три контролируемых перехода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AED259D-1042-46E2-8C0F-168F2DC2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708D4FA-4719-4BAE-A10A-A45196D2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535A8DA-698A-43F2-B859-FAFBAAC0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E44D165-8C2D-477D-92B3-77E55B68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8A08B64-0A38-4C0C-9F61-C5663453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3A2EEB8-330D-4383-BE38-95ECFD6A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EE1C45A-C26E-4F09-BD7F-2748BE69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Собрать контекст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Trusted skills и optional untrusted project reference имеют разные метки.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95DF5B5-0CED-4599-B6EA-A2D625B6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Найти знания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Токены и aliases направляют запрос к нужным skill references.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FA86D34-E862-4701-9870-AC2688E1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Проверить ответ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Endpoint, model ID, truncation и visible content проходят валидацию.</a:t>
            </a:r>
          </a:p>
        </p:txBody>
      </p:sp>
    </p:spTree>
    <p:extLst>
      <p:ext uri="{BB962C8B-B14F-4D97-AF65-F5344CB8AC3E}">
        <p14:creationId xmlns:p14="http://schemas.microsoft.com/office/powerpoint/2010/main" val="18538642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35C4CC2-96AD-4FAF-9E46-91257A0C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9B54262-1044-4EE1-B43F-DB837D6D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Retrieval: релевантность в пределах бюджета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ADE2B01A-7CD4-4198-95AE-A481B876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Tokenize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Выделить значимые слова и убрать слишком общие термины.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20AA971-019A-4068-9E2E-B0E281E1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Route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Расширить aliases и дать boost явно связанным references.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715BE56-6858-402D-814E-97AE2705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Rank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Оценить путь и содержимое каждого компактного chunk.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75BE5C7-9459-4A36-BE62-471B47A6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Budget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Добавить лучшие sources, не превышая byte limits.</a:t>
            </a:r>
          </a:p>
        </p:txBody>
      </p:sp>
    </p:spTree>
    <p:extLst>
      <p:ext uri="{BB962C8B-B14F-4D97-AF65-F5344CB8AC3E}">
        <p14:creationId xmlns:p14="http://schemas.microsoft.com/office/powerpoint/2010/main" val="10844561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CB00765-49B4-4377-AAC5-72F067D9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616A043-D7B8-4C20-93BD-E4A82D11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loop: исследовать → изменить → доказать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6852FA1-E273-43AC-969C-DE10AAE6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7E6CB40-D0A0-4583-9205-16E46D32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48960AC-7CE4-4621-85AC-FA5F533F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02360C2A-E0B2-4684-A0C1-AE5F7ADB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33FABAD6-EB66-4355-B31D-C02A0977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Исследовать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list, search и bounded read внутри разрешённой части repository.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4F88BF5F-3145-498E-910E-1D9DA4E0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2E126EF1-244D-4049-8D36-96E0C3E8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Изменить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Только unified Git diff; policy проверяет path, mode, size и file count.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D34D1433-FB44-4316-9C86-837A57E9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387723EE-BB39-46CA-9DF5-E058A103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Доказать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finish запускает обязательный full profile; ошибка возвращается в repair loop.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7485B78E-0702-4F54-80BB-96737FD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9A2D1CFE-B21F-4B1D-8F6A-CBB2B4CC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PERCEIVE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D7C2CCB1-F086-4016-8DC9-305ABCF9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</p:spTree>
    <p:extLst>
      <p:ext uri="{BB962C8B-B14F-4D97-AF65-F5344CB8AC3E}">
        <p14:creationId xmlns:p14="http://schemas.microsoft.com/office/powerpoint/2010/main" val="1534313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D8BFB1E-9E36-47EF-B42B-7F3D834A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B0EE9BC-ADF3-4CA0-8E04-CFC96A0E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Безопасность создаёт контроллер, а не обещание модели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887429D-CBA9-4A10-BF3E-5739D568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latin typeface="Helvetica Neue"/>
                <a:ea typeface="Helvetica Neue"/>
                <a:cs typeface="Helvetica Neue"/>
              </a:rPr>
              <a:t>Пять независимых границ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48F0F01-05B0-4E88-94BB-2E4C49E4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Allowlisted skills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40234342-1308-4CA4-A6B1-DE9E5C35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0306C6D3-10C9-4D64-B918-D39942FC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Protected paths требуют явного elevation. Denied paths остаются закрыты всегда.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Для удалённого multi-user режима нужен ephemeral container или microVM на каждый run.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4EB7D8A-D26F-4FB8-B47F-6B7EA401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Structured tools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C3BB8A1C-7FEC-4C1C-8B29-F76BE192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B1411B29-16AE-46B0-B377-0AB97806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Path &amp; patch policy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0B94BEC4-59B3-40EC-A2AB-A1B94F29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DA3E04A9-513F-4A8D-9705-A257D95F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Disposable worktree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F1CE1A25-F9F8-435B-B846-248EA4AE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26B2E2D6-7BC1-40B6-9C94-B74C6A9B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Mandatory checks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4E139476-F693-4D43-BF93-2B3E33E9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6829101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F6EFC1D-59DC-4A03-A0DA-04ADE074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65B46F3-9632-4C4C-B185-FF2D336C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Как повторить harness в своём проекте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ADCB5ACB-4A5A-46C3-926F-8D7AAF15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Baseline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Зафиксировать stack, clean build, tests и definition of done.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CCB7AFF-3AC1-43B5-8ACA-E8E67B03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Read-only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Endpoint client, allowlisted skills, retrieval diagnostics и evals.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037C936-E838-4E66-B9F9-2457AD58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Controlled agent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Узкие tools, policy, worktree, budgets и mandatory validation.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A43C7EB-79C8-4936-B547-11E3429A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4. Remote hardening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Gateway, identity, ephemeral sandbox, quotas, audit и approval.</a:t>
            </a:r>
          </a:p>
        </p:txBody>
      </p:sp>
    </p:spTree>
    <p:extLst>
      <p:ext uri="{BB962C8B-B14F-4D97-AF65-F5344CB8AC3E}">
        <p14:creationId xmlns:p14="http://schemas.microsoft.com/office/powerpoint/2010/main" val="11040053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B4DF1AA-823A-4135-B61E-416307CF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/>
              <a:t>Модель предлагает.
Система доказывает.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9FA3493-2CDC-42D1-A6C1-2428BCB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/>
              <a:t>Контекст — skills</a:t>
            </a:r>
          </a:p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/>
              <a:t>Действия — policy</a:t>
            </a:r>
          </a:p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/>
              <a:t>Готовность — checks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C393E7C7-E79A-4F14-B4D2-1659955D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/>
              <a:t>КЛЮЧЕВОЙ ПРИНЦИП</a:t>
            </a:r>
          </a:p>
        </p:txBody>
      </p:sp>
    </p:spTree>
    <p:extLst>
      <p:ext uri="{BB962C8B-B14F-4D97-AF65-F5344CB8AC3E}">
        <p14:creationId xmlns:p14="http://schemas.microsoft.com/office/powerpoint/2010/main" val="1297747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2026-08-10T20:10:13.0110000Z</dcterms:created>
  <dcterms:modified xsi:type="dcterms:W3CDTF">2026-08-10T20:10:13.0110000Z</dcterms:modified>
</coreProperties>
</file>