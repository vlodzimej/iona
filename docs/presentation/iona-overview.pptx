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cceaabe0ca40d6" /><Relationship Type="http://schemas.openxmlformats.org/officeDocument/2006/relationships/extended-properties" Target="/docProps/app.xml" Id="R91674010a8b44930" /><Relationship Type="http://schemas.openxmlformats.org/officeDocument/2006/relationships/officeDocument" Target="/ppt/presentation.xml" Id="Rae6bec84f7ec4a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0f4e3b4ae348a6"/>
  </p:sldMasterIdLst>
  <p:notesMasterIdLst>
    <p:notesMasterId xmlns:r="http://schemas.openxmlformats.org/officeDocument/2006/relationships" r:id="R051e53eb5a664916"/>
  </p:notesMasterIdLst>
  <p:sldIdLst>
    <p:sldId xmlns:r="http://schemas.openxmlformats.org/officeDocument/2006/relationships" id="256" r:id="Rd6098978ccd9421a"/>
    <p:sldId xmlns:r="http://schemas.openxmlformats.org/officeDocument/2006/relationships" id="257" r:id="R6c138e739bef4d59"/>
    <p:sldId xmlns:r="http://schemas.openxmlformats.org/officeDocument/2006/relationships" id="258" r:id="R01833e9f0c0b4e2a"/>
    <p:sldId xmlns:r="http://schemas.openxmlformats.org/officeDocument/2006/relationships" id="259" r:id="R961a005f49b84a9d"/>
    <p:sldId xmlns:r="http://schemas.openxmlformats.org/officeDocument/2006/relationships" id="260" r:id="R09978b79828745cc"/>
    <p:sldId xmlns:r="http://schemas.openxmlformats.org/officeDocument/2006/relationships" id="261" r:id="Rd6ea1b5b11cb4359"/>
    <p:sldId xmlns:r="http://schemas.openxmlformats.org/officeDocument/2006/relationships" id="262" r:id="R21dc99ee66c6449f"/>
    <p:sldId xmlns:r="http://schemas.openxmlformats.org/officeDocument/2006/relationships" id="263" r:id="R21387c83915648ab"/>
    <p:sldId xmlns:r="http://schemas.openxmlformats.org/officeDocument/2006/relationships" id="264" r:id="Re1cf11c881314ce4"/>
    <p:sldId xmlns:r="http://schemas.openxmlformats.org/officeDocument/2006/relationships" id="265" r:id="Raabf50a40c4c4cc3"/>
    <p:sldId xmlns:r="http://schemas.openxmlformats.org/officeDocument/2006/relationships" id="266" r:id="R9422bb5aa8ef447d"/>
    <p:sldId xmlns:r="http://schemas.openxmlformats.org/officeDocument/2006/relationships" id="267" r:id="R7491ca21505f43a8"/>
    <p:sldId xmlns:r="http://schemas.openxmlformats.org/officeDocument/2006/relationships" id="268" r:id="Ra14fc8d257874bd9"/>
    <p:sldId xmlns:r="http://schemas.openxmlformats.org/officeDocument/2006/relationships" id="269" r:id="R1100f3a7235b4c2b"/>
    <p:sldId xmlns:r="http://schemas.openxmlformats.org/officeDocument/2006/relationships" id="270" r:id="Rd6780658080f4c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4db6aee8b24082" /><Relationship Type="http://schemas.openxmlformats.org/officeDocument/2006/relationships/slideMaster" Target="/ppt/slideMasters/slideMaster1.xml" Id="Rf30f4e3b4ae348a6" /><Relationship Type="http://schemas.openxmlformats.org/officeDocument/2006/relationships/notesMaster" Target="/ppt/notesMasters/notesMaster1.xml" Id="R051e53eb5a664916" /><Relationship Type="http://schemas.openxmlformats.org/officeDocument/2006/relationships/presProps" Target="/ppt/presProps.xml" Id="Rffd40bc9f0404470" /><Relationship Type="http://schemas.openxmlformats.org/officeDocument/2006/relationships/tableStyles" Target="/ppt/tableStyles.xml" Id="Re5ca5ddaee1b4ace" /><Relationship Type="http://schemas.openxmlformats.org/officeDocument/2006/relationships/slide" Target="/ppt/slides/slide1.xml" Id="Rd6098978ccd9421a" /><Relationship Type="http://schemas.openxmlformats.org/officeDocument/2006/relationships/slide" Target="/ppt/slides/slide2.xml" Id="R6c138e739bef4d59" /><Relationship Type="http://schemas.openxmlformats.org/officeDocument/2006/relationships/slide" Target="/ppt/slides/slide3.xml" Id="R01833e9f0c0b4e2a" /><Relationship Type="http://schemas.openxmlformats.org/officeDocument/2006/relationships/slide" Target="/ppt/slides/slide4.xml" Id="R961a005f49b84a9d" /><Relationship Type="http://schemas.openxmlformats.org/officeDocument/2006/relationships/slide" Target="/ppt/slides/slide5.xml" Id="R09978b79828745cc" /><Relationship Type="http://schemas.openxmlformats.org/officeDocument/2006/relationships/slide" Target="/ppt/slides/slide6.xml" Id="Rd6ea1b5b11cb4359" /><Relationship Type="http://schemas.openxmlformats.org/officeDocument/2006/relationships/slide" Target="/ppt/slides/slide7.xml" Id="R21dc99ee66c6449f" /><Relationship Type="http://schemas.openxmlformats.org/officeDocument/2006/relationships/slide" Target="/ppt/slides/slide8.xml" Id="R21387c83915648ab" /><Relationship Type="http://schemas.openxmlformats.org/officeDocument/2006/relationships/slide" Target="/ppt/slides/slide9.xml" Id="Re1cf11c881314ce4" /><Relationship Type="http://schemas.openxmlformats.org/officeDocument/2006/relationships/slide" Target="/ppt/slides/slide10.xml" Id="Raabf50a40c4c4cc3" /><Relationship Type="http://schemas.openxmlformats.org/officeDocument/2006/relationships/slide" Target="/ppt/slides/slide11.xml" Id="R9422bb5aa8ef447d" /><Relationship Type="http://schemas.openxmlformats.org/officeDocument/2006/relationships/slide" Target="/ppt/slides/slide12.xml" Id="R7491ca21505f43a8" /><Relationship Type="http://schemas.openxmlformats.org/officeDocument/2006/relationships/slide" Target="/ppt/slides/slide13.xml" Id="Ra14fc8d257874bd9" /><Relationship Type="http://schemas.openxmlformats.org/officeDocument/2006/relationships/slide" Target="/ppt/slides/slide14.xml" Id="R1100f3a7235b4c2b" /><Relationship Type="http://schemas.openxmlformats.org/officeDocument/2006/relationships/slide" Target="/ppt/slides/slide15.xml" Id="Rd6780658080f4c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209c672eaf47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29201b28004622" /><Relationship Type="http://schemas.openxmlformats.org/officeDocument/2006/relationships/notesMaster" Target="/ppt/notesMasters/notesMaster1.xml" Id="R6f475a0e640b48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2baf74de7642a6" /><Relationship Type="http://schemas.openxmlformats.org/officeDocument/2006/relationships/notesMaster" Target="/ppt/notesMasters/notesMaster1.xml" Id="Re170d63aaa3549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5a1a9cc449409b" /><Relationship Type="http://schemas.openxmlformats.org/officeDocument/2006/relationships/notesMaster" Target="/ppt/notesMasters/notesMaster1.xml" Id="Ra09d1121314d46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78b57d5379456e" /><Relationship Type="http://schemas.openxmlformats.org/officeDocument/2006/relationships/notesMaster" Target="/ppt/notesMasters/notesMaster1.xml" Id="Rb8a5cd447dfa43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6b6463a942440c" /><Relationship Type="http://schemas.openxmlformats.org/officeDocument/2006/relationships/notesMaster" Target="/ppt/notesMasters/notesMaster1.xml" Id="Re41583b3ab3247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42e242b94244dc" /><Relationship Type="http://schemas.openxmlformats.org/officeDocument/2006/relationships/notesMaster" Target="/ppt/notesMasters/notesMaster1.xml" Id="R71edda93318d49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c90b5ae6ea47d8" /><Relationship Type="http://schemas.openxmlformats.org/officeDocument/2006/relationships/notesMaster" Target="/ppt/notesMasters/notesMaster1.xml" Id="R8dc41c5033d34d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b584966e074794" /><Relationship Type="http://schemas.openxmlformats.org/officeDocument/2006/relationships/notesMaster" Target="/ppt/notesMasters/notesMaster1.xml" Id="R9993e3dc0caa46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ea2370c21c416b" /><Relationship Type="http://schemas.openxmlformats.org/officeDocument/2006/relationships/notesMaster" Target="/ppt/notesMasters/notesMaster1.xml" Id="Rd6125d5b570042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a8707f7d6e4221" /><Relationship Type="http://schemas.openxmlformats.org/officeDocument/2006/relationships/notesMaster" Target="/ppt/notesMasters/notesMaster1.xml" Id="R35f17abb15d242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61d9e9be1c4645" /><Relationship Type="http://schemas.openxmlformats.org/officeDocument/2006/relationships/notesMaster" Target="/ppt/notesMasters/notesMaster1.xml" Id="R6548d46639434f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77427eab944dab" /><Relationship Type="http://schemas.openxmlformats.org/officeDocument/2006/relationships/notesMaster" Target="/ppt/notesMasters/notesMaster1.xml" Id="Rb7e5167150f74b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7e5c22c6b9430e" /><Relationship Type="http://schemas.openxmlformats.org/officeDocument/2006/relationships/notesMaster" Target="/ppt/notesMasters/notesMaster1.xml" Id="R99cd0bd0ee2c42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8bb63e64da4a38" /><Relationship Type="http://schemas.openxmlformats.org/officeDocument/2006/relationships/notesMaster" Target="/ppt/notesMasters/notesMaster1.xml" Id="R4fcefcfa746f44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a25a684a274fb8" /><Relationship Type="http://schemas.openxmlformats.org/officeDocument/2006/relationships/notesMaster" Target="/ppt/notesMasters/notesMaster1.xml" Id="R61e6217924f140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docs/harness/README.md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docs/harness/README.md</a:t>
            </a:r>
          </a:p>
          <a:p xmlns:a="http://schemas.openxmlformats.org/drawingml/2006/main">
            <a:r>
              <a:t>- docs/security.md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docs/harness/using-with-existing-projects.md</a:t>
            </a:r>
          </a:p>
          <a:p xmlns:a="http://schemas.openxmlformats.org/drawingml/2006/main">
            <a:r>
              <a:t>- ai/remote-model.md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docs/harness/external-projects-and-opencode.md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docs/harness/README.md</a:t>
            </a:r>
          </a:p>
          <a:p xmlns:a="http://schemas.openxmlformats.org/drawingml/2006/main">
            <a:r>
              <a:t>- docs/agent/README.md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ai/agent.json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docs/harness/model-protocol.md</a:t>
            </a:r>
          </a:p>
          <a:p xmlns:a="http://schemas.openxmlformats.org/drawingml/2006/main">
            <a:r>
              <a:t>- docs/agent/worktrees-and-validation.md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docs/harness/external-projects-and-opencode.md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docs/agent/executors-approvals-api.md</a:t>
            </a:r>
          </a:p>
          <a:p xmlns:a="http://schemas.openxmlformats.org/drawingml/2006/main">
            <a:r>
              <a:t>- docs/security.md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- ai/profiles/angular-ionic-capacitor.json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docs/harness/evaluations.md</a:t>
            </a:r>
          </a:p>
          <a:p xmlns:a="http://schemas.openxmlformats.org/drawingml/2006/main">
            <a:r>
              <a:t>- docs/harness/visual-debugging.md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docs/harness/evaluations.md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docs/security.md</a:t>
            </a:r>
          </a:p>
          <a:p xmlns:a="http://schemas.openxmlformats.org/drawingml/2006/main">
            <a:r>
              <a:t>- docs/harness/external-projects-and-opencode.md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docs/harness/visual-debugging.md</a:t>
            </a:r>
          </a:p>
          <a:p xmlns:a="http://schemas.openxmlformats.org/drawingml/2006/main">
            <a:r>
              <a:t>- https://developer.android.com/develop/ui/views/layout/webapps/debug-chrome-devtools</a:t>
            </a:r>
          </a:p>
          <a:p xmlns:a="http://schemas.openxmlformats.org/drawingml/2006/main">
            <a:r>
              <a:t>- https://webkit.org/blog/13936/enabling-the-inspection-of-web-content-in-apps/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docs/getting-started.md</a:t>
            </a:r>
          </a:p>
          <a:p xmlns:a="http://schemas.openxmlformats.org/drawingml/2006/main">
            <a:r>
              <a:t>- docs/harness/faq.md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fd81b21b849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6acb87bd994d95" /><Relationship Type="http://schemas.openxmlformats.org/officeDocument/2006/relationships/slideLayout" Target="/ppt/slideLayouts/slideLayout1.xml" Id="R760f7029cd85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0f7029cd85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5d82a3af64ccd" /><Relationship Type="http://schemas.openxmlformats.org/officeDocument/2006/relationships/notesSlide" Target="/ppt/notesSlides/notesSlide1.xml" Id="R64e3f4cd89374d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e0cd31af54f34" /><Relationship Type="http://schemas.openxmlformats.org/officeDocument/2006/relationships/notesSlide" Target="/ppt/notesSlides/notesSlide2.xml" Id="Re65ea0b756c14f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cba7a6e0b4d61" /><Relationship Type="http://schemas.openxmlformats.org/officeDocument/2006/relationships/notesSlide" Target="/ppt/notesSlides/notesSlide3.xml" Id="Rdbd9836b14a04f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8beb90f054dea" /><Relationship Type="http://schemas.openxmlformats.org/officeDocument/2006/relationships/notesSlide" Target="/ppt/notesSlides/notesSlide4.xml" Id="Rd7f2776726044c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79c73b2b34eb6" /><Relationship Type="http://schemas.openxmlformats.org/officeDocument/2006/relationships/notesSlide" Target="/ppt/notesSlides/notesSlide5.xml" Id="R95439c5fc18a4c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f51c2d59c4ac7" /><Relationship Type="http://schemas.openxmlformats.org/officeDocument/2006/relationships/notesSlide" Target="/ppt/notesSlides/notesSlide6.xml" Id="R504642b23f3941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b9ae0fee94b4f" /><Relationship Type="http://schemas.openxmlformats.org/officeDocument/2006/relationships/notesSlide" Target="/ppt/notesSlides/notesSlide7.xml" Id="R646f520acfb148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4eedc32f54e0d" /><Relationship Type="http://schemas.openxmlformats.org/officeDocument/2006/relationships/notesSlide" Target="/ppt/notesSlides/notesSlide8.xml" Id="R9e168b0045ef47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9f589df354855" /><Relationship Type="http://schemas.openxmlformats.org/officeDocument/2006/relationships/notesSlide" Target="/ppt/notesSlides/notesSlide9.xml" Id="Rc70b8ebe08d949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3eed8a6c4468d" /><Relationship Type="http://schemas.openxmlformats.org/officeDocument/2006/relationships/notesSlide" Target="/ppt/notesSlides/notesSlide10.xml" Id="Ree2d5bbd075040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ec5e280c1496d" /><Relationship Type="http://schemas.openxmlformats.org/officeDocument/2006/relationships/notesSlide" Target="/ppt/notesSlides/notesSlide11.xml" Id="R3b8243fde00641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2051d104b4e68" /><Relationship Type="http://schemas.openxmlformats.org/officeDocument/2006/relationships/notesSlide" Target="/ppt/notesSlides/notesSlide12.xml" Id="R48ff77141da046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cb324c9d54026" /><Relationship Type="http://schemas.openxmlformats.org/officeDocument/2006/relationships/notesSlide" Target="/ppt/notesSlides/notesSlide13.xml" Id="R142ebd92fbdd4b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4891e39424266" /><Relationship Type="http://schemas.openxmlformats.org/officeDocument/2006/relationships/notesSlide" Target="/ppt/notesSlides/notesSlide14.xml" Id="Rbc7645e9e6e348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4b7d1df96449b" /><Relationship Type="http://schemas.openxmlformats.org/officeDocument/2006/relationships/notesSlide" Target="/ppt/notesSlides/notesSlide15.xml" Id="R0bfcf02b711649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9250FAC-4930-478F-99D2-BB58B987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/>
              <a:t>Harness для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/>
              <a:t>локальной модели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4F0EC13-38D8-4EAF-8549-F2606972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/>
              <a:t>Понятная и контролируемая разработка Angular, Ionic и Capacitor</a:t>
            </a:r>
          </a:p>
          <a:p xmlns:a="http://schemas.openxmlformats.org/drawingml/2006/main">
            <a:pPr algn="l"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/>
              <a:t>на своём компьютере и в локальной сети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B840B54-5B0D-4743-A37F-D1E8A5E5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/>
              <a:t>ANGULAR • IONIC • CAPACITOR • GPT-OSS-20B</a:t>
            </a:r>
          </a:p>
        </p:txBody>
      </p:sp>
    </p:spTree>
    <p:extLst>
      <p:ext uri="{BB962C8B-B14F-4D97-AF65-F5344CB8AC3E}">
        <p14:creationId xmlns:p14="http://schemas.microsoft.com/office/powerpoint/2010/main" val="6093385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8CCA89A-9749-4537-A2D3-71779C33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EB958C5-5A2C-4FB2-843F-8BFF8A39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Зачем нужен harness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AA788A8-0630-4E6E-A14B-D48486AA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Сохранить код внутри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Проект и внутренние данные остаются в контролируемом контуре.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484B9C0-4372-416B-A67C-FD96C298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Дать нужные знания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Skills подбираются под конкретную задачу, а не загружаются все сразу.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A0909F4-36AF-401F-936E-0FF30DCB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Ограничить действия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Файлы, патчи и проверки проходят через фиксированные инструменты.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D507F18-EE5D-418A-9304-A023772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ИИ помогает быстрее, но не получает свободный доступ к компьютеру.</a:t>
            </a:r>
          </a:p>
        </p:txBody>
      </p:sp>
    </p:spTree>
    <p:extLst>
      <p:ext uri="{BB962C8B-B14F-4D97-AF65-F5344CB8AC3E}">
        <p14:creationId xmlns:p14="http://schemas.microsoft.com/office/powerpoint/2010/main" val="20880283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C3AEB38-DAD8-4B70-88E0-A68D1A4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C30C49F-3AB4-465A-A1EC-0565E482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Три шага до первой задачи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AED259D-1042-46E2-8C0F-168F2DC2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708D4FA-4719-4BAE-A10A-A45196D2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535A8DA-698A-43F2-B859-FAFBAAC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E44D165-8C2D-477D-92B3-77E55B68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8A08B64-0A38-4C0C-9F61-C5663453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3A2EEB8-330D-4383-BE38-95ECFD6A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EE1C45A-C26E-4F09-BD7F-2748BE69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Подключить модель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LM Studio предоставляет OpenAI-compatible API в доверенной локальной сети.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95DF5B5-0CED-4599-B6EA-A2D625B6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Установить harness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Один общий каталог, Docker-образ и global skills обслуживают разные проекты.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FA86D34-E862-4701-9870-AC2688E1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Запустить задачу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OpenCode получает только разрешённые tools, а результат остаётся на review.</a:t>
            </a:r>
          </a:p>
        </p:txBody>
      </p:sp>
    </p:spTree>
    <p:extLst>
      <p:ext uri="{BB962C8B-B14F-4D97-AF65-F5344CB8AC3E}">
        <p14:creationId xmlns:p14="http://schemas.microsoft.com/office/powerpoint/2010/main" val="18538642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35C4CC2-96AD-4FAF-9E46-91257A0C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9B54262-1044-4EE1-B43F-DB837D6D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Каждый компонент делает только свою работу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ADE2B01A-7CD4-4198-95AE-A481B876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LM Studio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Запускает gpt-oss-20b и публикует совместимую точку API.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20AA971-019A-4068-9E2E-B0E281E1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OpenCode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Ведёт диалог, выбирает skills и вызывает инструменты harness.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715BE56-6858-402D-814E-97AE2705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Harness + Docker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Ограничивают доступ, изолируют изменения и запускают проверки.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75BE5C7-9459-4A36-BE62-471B47A6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Формулирует задачу, одобряет чувствительные изменения и принимает patch.</a:t>
            </a:r>
          </a:p>
        </p:txBody>
      </p:sp>
    </p:spTree>
    <p:extLst>
      <p:ext uri="{BB962C8B-B14F-4D97-AF65-F5344CB8AC3E}">
        <p14:creationId xmlns:p14="http://schemas.microsoft.com/office/powerpoint/2010/main" val="10844561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F6C2C1E-23F1-4635-BD2A-25295CC1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A012920-39EA-4F07-9FAF-BEF2C63D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Модель становится ассистентом только внутри harness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1E58453-FE23-4106-9125-F0E3176C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latin typeface="Helvetica Neue"/>
                <a:ea typeface="Helvetica Neue"/>
                <a:cs typeface="Helvetica Neue"/>
              </a:rPr>
              <a:t>Языковая модель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>Предлагает текст, код и следующий шаг.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>Может ошибаться и не имеет собственных прав на файлы или команды.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D04BEFB6-9852-46CD-933D-328B038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Harness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>Решает, что модель увидит, какие tools доступны, где появится patch и какие доказательства обязательны.</a:t>
            </a:r>
          </a:p>
        </p:txBody>
      </p:sp>
    </p:spTree>
    <p:extLst>
      <p:ext uri="{BB962C8B-B14F-4D97-AF65-F5344CB8AC3E}">
        <p14:creationId xmlns:p14="http://schemas.microsoft.com/office/powerpoint/2010/main" val="3658148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8CCA89A-9749-4537-A2D3-71779C33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EB958C5-5A2C-4FB2-843F-8BFF8A39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Четыре границы делают работу управляемой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AA788A8-0630-4E6E-A14B-D48486AA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Проект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Код читается порциями и только через policy; secrets всегда закрыты.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484B9C0-4372-416B-A67C-FD96C298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Знания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Global skills выбираются динамически из проверенного allowlist.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A0909F4-36AF-401F-936E-0FF30DCB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Действия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Нет произвольного shell: доступны чтение, patch и versioned checks.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D507F18-EE5D-418A-9304-A023772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 Доказательства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Отдельный Git worktree, результаты тестов и sealed hash patch.</a:t>
            </a:r>
          </a:p>
        </p:txBody>
      </p:sp>
    </p:spTree>
    <p:extLst>
      <p:ext uri="{BB962C8B-B14F-4D97-AF65-F5344CB8AC3E}">
        <p14:creationId xmlns:p14="http://schemas.microsoft.com/office/powerpoint/2010/main" val="20880283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CB00765-49B4-4377-AAC5-72F067D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616A043-D7B8-4C20-93BD-E4A82D11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Рабочий цикл: понять → изменить → доказать</a:t>
            </a:r>
          </a:p>
        </p:txBody>
      </p:sp>
      <p:cxnSp>
        <p:nvCxnSpPr>
          <p:cNvPr id="36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6852FA1-E273-43AC-969C-DE10AAE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7E6CB40-D0A0-4583-9205-16E46D3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48960AC-7CE4-4621-85AC-FA5F533F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02360C2A-E0B2-4684-A0C1-AE5F7ADB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33FABAD6-EB66-4355-B31D-C02A0977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Понять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Модель читает только релевантные skills и разрешённые части проекта.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4F88BF5F-3145-498E-910E-1D9DA4E0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E126EF1-244D-4049-8D36-96E0C3E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Изменить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Готовит стандартный Git diff в отдельной рабочей копии.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34D1433-FB44-4316-9C86-837A57E9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87723EE-BB39-46CA-9DF5-E058A103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Доказать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Сборка и тесты либо подтверждают patch, либо возвращают ошибку на исправление.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485B78E-0702-4F54-80BB-96737FD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9A2D1CFE-B21F-4B1D-8F6A-CBB2B4CC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ВОСПРИЯТИЕ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D7C2CCB1-F086-4016-8DC9-305ABCF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ДОКАЗАТЕЛЬСТВО</a:t>
            </a:r>
          </a:p>
        </p:txBody>
      </p:sp>
    </p:spTree>
    <p:extLst>
      <p:ext uri="{BB962C8B-B14F-4D97-AF65-F5344CB8AC3E}">
        <p14:creationId xmlns:p14="http://schemas.microsoft.com/office/powerpoint/2010/main" val="1534313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C3AEB38-DAD8-4B70-88E0-A68D1A4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C30C49F-3AB4-465A-A1EC-0565E482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Основной проект остаётся чистым до решения человека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AED259D-1042-46E2-8C0F-168F2DC2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708D4FA-4719-4BAE-A10A-A45196D2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535A8DA-698A-43F2-B859-FAFBAAC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E44D165-8C2D-477D-92B3-77E55B68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8A08B64-0A38-4C0C-9F61-C5663453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3A2EEB8-330D-4383-BE38-95ECFD6A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EE1C45A-C26E-4F09-BD7F-2748BE69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Внешний worktree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Все чтения, патчи и проверки происходят вне primary checkout.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95DF5B5-0CED-4599-B6EA-A2D625B6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Чистый HEAD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начинается только от зафиксированного коммита без чужих незавершённых изменений.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FA86D34-E862-4701-9870-AC2688E1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и apply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Harness запечатывает patch; перенос в проект выполняет только человек.</a:t>
            </a:r>
          </a:p>
        </p:txBody>
      </p:sp>
    </p:spTree>
    <p:extLst>
      <p:ext uri="{BB962C8B-B14F-4D97-AF65-F5344CB8AC3E}">
        <p14:creationId xmlns:p14="http://schemas.microsoft.com/office/powerpoint/2010/main" val="18538642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F6C2C1E-23F1-4635-BD2A-25295CC1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A012920-39EA-4F07-9FAF-BEF2C63D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Чувствительное изменение не проходит незаметно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1E58453-FE23-4106-9125-F0E3176C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latin typeface="Helvetica Neue"/>
                <a:ea typeface="Helvetica Neue"/>
                <a:cs typeface="Helvetica Neue"/>
              </a:rPr>
              <a:t>Обычный patch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>Изменения приложения проходят path policy, Docker-проверки и review.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>Модель не делает commit и push.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D04BEFB6-9852-46CD-933D-328B038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Protected patch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latin typeface="Helvetica Neue"/>
                <a:ea typeface="Helvetica Neue"/>
                <a:cs typeface="Helvetica Neue"/>
              </a:rPr>
              <a:t>Dependencies, native files, CI и конфигурация требуют одобрения точного hash и списка путей.</a:t>
            </a:r>
          </a:p>
        </p:txBody>
      </p:sp>
    </p:spTree>
    <p:extLst>
      <p:ext uri="{BB962C8B-B14F-4D97-AF65-F5344CB8AC3E}">
        <p14:creationId xmlns:p14="http://schemas.microsoft.com/office/powerpoint/2010/main" val="3658148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CB00765-49B4-4377-AAC5-72F067D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616A043-D7B8-4C20-93BD-E4A82D11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Готовность подтверждают проверки, а не обещание модели</a:t>
            </a:r>
          </a:p>
        </p:txBody>
      </p:sp>
      <p:cxnSp>
        <p:nvCxnSpPr>
          <p:cNvPr id="36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6852FA1-E273-43AC-969C-DE10AAE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7E6CB40-D0A0-4583-9205-16E46D3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48960AC-7CE4-4621-85AC-FA5F533F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02360C2A-E0B2-4684-A0C1-AE5F7ADB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33FABAD6-EB66-4355-B31D-C02A0977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Формат и типы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Prettier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Angular build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Strict TypeScript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4F88BF5F-3145-498E-910E-1D9DA4E0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E126EF1-244D-4049-8D36-96E0C3E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Поведение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Unit-тесты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Capacitor check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config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34D1433-FB44-4316-9C86-837A57E9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87723EE-BB39-46CA-9DF5-E058A103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Harness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Skill routing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Policy tests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Docker integration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485B78E-0702-4F54-80BB-96737FD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ПРИЛОЖЕНИЕ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9A2D1CFE-B21F-4B1D-8F6A-CBB2B4CC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КОД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D7C2CCB1-F086-4016-8DC9-305ABCF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HARNESS</a:t>
            </a:r>
          </a:p>
        </p:txBody>
      </p:sp>
    </p:spTree>
    <p:extLst>
      <p:ext uri="{BB962C8B-B14F-4D97-AF65-F5344CB8AC3E}">
        <p14:creationId xmlns:p14="http://schemas.microsoft.com/office/powerpoint/2010/main" val="1534313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CB00765-49B4-4377-AAC5-72F067D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616A043-D7B8-4C20-93BD-E4A82D11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Качество проверяется на трёх уровнях</a:t>
            </a:r>
          </a:p>
        </p:txBody>
      </p:sp>
      <p:cxnSp>
        <p:nvCxnSpPr>
          <p:cNvPr id="36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6852FA1-E273-43AC-969C-DE10AAE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7E6CB40-D0A0-4583-9205-16E46D32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48960AC-7CE4-4621-85AC-FA5F533F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02360C2A-E0B2-4684-A0C1-AE5F7ADB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33FABAD6-EB66-4355-B31D-C02A0977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 задач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■■■■■■■■■■■■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Ответы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факты • безопасность • источники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4F88BF5F-3145-498E-910E-1D9DA4E0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E126EF1-244D-4049-8D36-96E0C3E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Policy tests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■■■■■■■■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Контроллер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пути • approvals • diff • Docker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34D1433-FB44-4316-9C86-837A57E9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87723EE-BB39-46CA-9DF5-E058A103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gates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■■■■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Среда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OpenCode • browser • simulator • devices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485B78E-0702-4F54-80BB-96737FD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ПОЛИТИКА И ИСПОЛНЕНИЕ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9A2D1CFE-B21F-4B1D-8F6A-CBB2B4CC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RETRIEVAL И ОТВЕТ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D7C2CCB1-F086-4016-8DC9-305ABCF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END-TO-END</a:t>
            </a:r>
          </a:p>
        </p:txBody>
      </p:sp>
    </p:spTree>
    <p:extLst>
      <p:ext uri="{BB962C8B-B14F-4D97-AF65-F5344CB8AC3E}">
        <p14:creationId xmlns:p14="http://schemas.microsoft.com/office/powerpoint/2010/main" val="1534313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8CCA89A-9749-4537-A2D3-71779C33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EB958C5-5A2C-4FB2-843F-8BFF8A39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Локальную модель и Codex сравнивают по одинаковым задачам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AA788A8-0630-4E6E-A14B-D48486AA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Правильность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Сколько задач прошло и какие обязательные факты подтверждены.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484B9C0-4372-416B-A67C-FD96C298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Безопасность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Нет ли выдуманных API, лишних permissions и raw service markers.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A0909F4-36AF-401F-936E-0FF30DCB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Скорость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Latency, число attempts, tool calls и время обязательных проверок.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D507F18-EE5D-418A-9304-A023772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Оптимальность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Короткий ответ, небольшой diff, минимум лишних файлов и стабильность повторов.</a:t>
            </a:r>
          </a:p>
        </p:txBody>
      </p:sp>
    </p:spTree>
    <p:extLst>
      <p:ext uri="{BB962C8B-B14F-4D97-AF65-F5344CB8AC3E}">
        <p14:creationId xmlns:p14="http://schemas.microsoft.com/office/powerpoint/2010/main" val="20880283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D8BFB1E-9E36-47EF-B42B-7F3D834A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B0EE9BC-ADF3-4CA0-8E04-CFC96A0E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Безопасность создают независимые технические границы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887429D-CBA9-4A10-BF3E-5739D568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latin typeface="Helvetica Neue"/>
                <a:ea typeface="Helvetica Neue"/>
                <a:cs typeface="Helvetica Neue"/>
              </a:rPr>
              <a:t>Пять уровней защиты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48F0F01-05B0-4E88-94BB-2E4C49E4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Проверенные global skills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0234342-1308-4CA4-A6B1-DE9E5C35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0306C6D3-10C9-4D64-B918-D39942FC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Docker работает без сети и с лимитами ресурсов. Connection details, secrets и state остаются вне проекта.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Ни prompt, ни skill не могут расширить полномочия controller.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4EB7D8A-D26F-4FB8-B47F-6B7EA401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Структурированные MCP tools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C3BB8A1C-7FEC-4C1C-8B29-F76BE192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1411B29-16AE-46B0-B377-0AB97806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Правила путей и patch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0B94BEC4-59B3-40EC-A2AB-A1B94F2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DA3E04A9-513F-4A8D-9705-A257D95F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Внешний Git worktree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F1CE1A25-F9F8-435B-B846-248EA4AE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26B2E2D6-7BC1-40B6-9C94-B74C6A9B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Сборка, тесты и review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4E139476-F693-4D43-BF93-2B3E33E9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6829101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C3AEB38-DAD8-4B70-88E0-A68D1A4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C30C49F-3AB4-465A-A1EC-0565E482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Visual QA видит web, Android и iOS разными безопасными каналами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AED259D-1042-46E2-8C0F-168F2DC2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708D4FA-4719-4BAE-A10A-A45196D2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535A8DA-698A-43F2-B859-FAFBAAC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E44D165-8C2D-477D-92B3-77E55B68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WEB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8A08B64-0A38-4C0C-9F61-C5663453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ANDROID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3A2EEB8-330D-4383-BE38-95ECFD6A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latin typeface="Helvetica Neue"/>
                <a:ea typeface="Helvetica Neue"/>
                <a:cs typeface="Helvetica Neue"/>
              </a:rPr>
              <a:t>iOS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EE1C45A-C26E-4F09-BD7F-2748BE69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WebView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Точный ADB target даёт bounded DOM и screenshot без произвольного shell.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95DF5B5-0CED-4599-B6EA-A2D625B6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Полный анализ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Playwright измеряет DOM, делает screenshot и сравнивает его с PNG-макетом.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FA86D34-E862-4701-9870-AC2688E1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Simulator и device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simctl даёт screenshot; DOM physical device подключается через готовую Appium session.</a:t>
            </a:r>
          </a:p>
        </p:txBody>
      </p:sp>
    </p:spTree>
    <p:extLst>
      <p:ext uri="{BB962C8B-B14F-4D97-AF65-F5344CB8AC3E}">
        <p14:creationId xmlns:p14="http://schemas.microsoft.com/office/powerpoint/2010/main" val="18538642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B4DF1AA-823A-4135-B61E-416307CF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/>
              <a:t>Начните с одной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/>
              <a:t>безопасной задачи.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9FA3493-2CDC-42D1-A6C1-2428BCB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1. doctor и smoke</a:t>
            </a:r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2. OpenCode в worktree</a:t>
            </a:r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/>
              <a:t>3. review HTML и patch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393E7C7-E79A-4F14-B4D2-1659955D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/>
              <a:t>ПРАКТИЧЕСКИЙ СТАРТ</a:t>
            </a:r>
          </a:p>
        </p:txBody>
      </p:sp>
    </p:spTree>
    <p:extLst>
      <p:ext uri="{BB962C8B-B14F-4D97-AF65-F5344CB8AC3E}">
        <p14:creationId xmlns:p14="http://schemas.microsoft.com/office/powerpoint/2010/main" val="1297747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2026-08-16T21:16:52.6460000Z</dcterms:created>
  <dcterms:modified xsi:type="dcterms:W3CDTF">2026-08-16T21:16:52.6460000Z</dcterms:modified>
</coreProperties>
</file>